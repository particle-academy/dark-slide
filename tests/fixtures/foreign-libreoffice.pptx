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9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6778A90-8AFF-4F22-BD3C-C270CAECDD4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685800" y="1700280"/>
            <a:ext cx="5771880" cy="3678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731520" y="617400"/>
            <a:ext cx="7680600" cy="9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A deck another producer serialised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body"/>
          <p:cNvSpPr/>
          <p:nvPr/>
        </p:nvSpPr>
        <p:spPr>
          <a:xfrm>
            <a:off x="731520" y="1748880"/>
            <a:ext cx="45716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bold</a:t>
            </a:r>
            <a:r>
              <a:rPr lang="en-US" sz="1050" b="0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 and </a:t>
            </a:r>
            <a:r>
              <a:rPr lang="en-US" sz="1050" b="0" i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italic</a:t>
            </a:r>
            <a:r>
              <a:rPr lang="en-US" sz="1050" b="0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 spans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box"/>
          <p:cNvSpPr/>
          <p:nvPr/>
        </p:nvSpPr>
        <p:spPr>
          <a:xfrm>
            <a:off x="5669280" y="1748880"/>
            <a:ext cx="2742840" cy="1028520"/>
          </a:xfrm>
          <a:prstGeom prst="rect">
            <a:avLst/>
          </a:prstGeom>
          <a:solidFill>
            <a:srgbClr val="2E6BE6"/>
          </a:solidFill>
          <a:ln w="9525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id"/>
          <p:cNvGraphicFramePr/>
          <p:nvPr/>
        </p:nvGraphicFramePr>
        <p:xfrm>
          <a:off x="731520" y="771480"/>
          <a:ext cx="7680600" cy="126972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507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Metric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EE4"/>
                      </a:solidFill>
                      <a:prstDash val="solid"/>
                    </a:lnL>
                    <a:lnR w="9360">
                      <a:solidFill>
                        <a:srgbClr val="D9DEE4"/>
                      </a:solidFill>
                      <a:prstDash val="solid"/>
                    </a:lnR>
                    <a:lnT w="9360">
                      <a:solidFill>
                        <a:srgbClr val="D9DEE4"/>
                      </a:solidFill>
                      <a:prstDash val="solid"/>
                    </a:lnT>
                    <a:lnB w="9360">
                      <a:solidFill>
                        <a:srgbClr val="D9DEE4"/>
                      </a:solidFill>
                      <a:prstDash val="soli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Value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EE4"/>
                      </a:solidFill>
                      <a:prstDash val="solid"/>
                    </a:lnL>
                    <a:lnR w="9360">
                      <a:solidFill>
                        <a:srgbClr val="D9DEE4"/>
                      </a:solidFill>
                      <a:prstDash val="solid"/>
                    </a:lnR>
                    <a:lnT w="9360">
                      <a:solidFill>
                        <a:srgbClr val="D9DEE4"/>
                      </a:solidFill>
                      <a:prstDash val="solid"/>
                    </a:lnT>
                    <a:lnB w="9360">
                      <a:solidFill>
                        <a:srgbClr val="D9DEE4"/>
                      </a:solidFill>
                      <a:prstDash val="solid"/>
                    </a:lnB>
                    <a:solidFill>
                      <a:srgbClr val="8B5CF6"/>
                    </a:solidFill>
                  </a:tcPr>
                </a:tc>
              </a:tr>
              <a:tr h="3808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Uploads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EE4"/>
                      </a:solidFill>
                      <a:prstDash val="solid"/>
                    </a:lnL>
                    <a:lnR w="9360">
                      <a:solidFill>
                        <a:srgbClr val="D9DEE4"/>
                      </a:solidFill>
                      <a:prstDash val="solid"/>
                    </a:lnR>
                    <a:lnT w="9360">
                      <a:solidFill>
                        <a:srgbClr val="D9DEE4"/>
                      </a:solidFill>
                      <a:prstDash val="solid"/>
                    </a:lnT>
                    <a:lnB w="9360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1284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EE4"/>
                      </a:solidFill>
                      <a:prstDash val="solid"/>
                    </a:lnL>
                    <a:lnR w="9360">
                      <a:solidFill>
                        <a:srgbClr val="D9DEE4"/>
                      </a:solidFill>
                      <a:prstDash val="solid"/>
                    </a:lnR>
                    <a:lnT w="9360">
                      <a:solidFill>
                        <a:srgbClr val="D9DEE4"/>
                      </a:solidFill>
                      <a:prstDash val="solid"/>
                    </a:lnT>
                    <a:lnB w="9360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Versions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EE4"/>
                      </a:solidFill>
                      <a:prstDash val="solid"/>
                    </a:lnL>
                    <a:lnR w="9360">
                      <a:solidFill>
                        <a:srgbClr val="D9DEE4"/>
                      </a:solidFill>
                      <a:prstDash val="solid"/>
                    </a:lnR>
                    <a:lnT w="9360">
                      <a:solidFill>
                        <a:srgbClr val="D9DEE4"/>
                      </a:solidFill>
                      <a:prstDash val="solid"/>
                    </a:lnT>
                    <a:lnB w="9360">
                      <a:solidFill>
                        <a:srgbClr val="D9DEE4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9317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9DEE4"/>
                      </a:solidFill>
                      <a:prstDash val="solid"/>
                    </a:lnL>
                    <a:lnR w="9360">
                      <a:solidFill>
                        <a:srgbClr val="D9DEE4"/>
                      </a:solidFill>
                      <a:prstDash val="solid"/>
                    </a:lnR>
                    <a:lnT w="9360">
                      <a:solidFill>
                        <a:srgbClr val="D9DEE4"/>
                      </a:solidFill>
                      <a:prstDash val="solid"/>
                    </a:lnT>
                    <a:lnB w="9360">
                      <a:solidFill>
                        <a:srgbClr val="D9DEE4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rkSlide">
  <a:themeElements>
    <a:clrScheme name="DarkSlide">
      <a:dk1>
        <a:srgbClr val="0F172A"/>
      </a:dk1>
      <a:lt1>
        <a:srgbClr val="FFFFFF"/>
      </a:lt1>
      <a:dk2>
        <a:srgbClr val="44546A"/>
      </a:dk2>
      <a:lt2>
        <a:srgbClr val="E7E6E6"/>
      </a:lt2>
      <a:accent1>
        <a:srgbClr val="8B5CF6"/>
      </a:accent1>
      <a:accent2>
        <a:srgbClr val="EC4899"/>
      </a:accent2>
      <a:accent3>
        <a:srgbClr val="06B6D4"/>
      </a:accent3>
      <a:accent4>
        <a:srgbClr val="F59E0B"/>
      </a:accent4>
      <a:accent5>
        <a:srgbClr val="10B981"/>
      </a:accent5>
      <a:accent6>
        <a:srgbClr val="3B82F6"/>
      </a:accent6>
      <a:hlink>
        <a:srgbClr val="0563C1"/>
      </a:hlink>
      <a:folHlink>
        <a:srgbClr val="954F72"/>
      </a:folHlink>
    </a:clrScheme>
    <a:fontScheme name="DarkSlid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2026-09-17T00:55:06Z</dcterms:created>
  <dc:creator>Dark Slide</dc:creator>
  <dc:description/>
  <dc:language>en-US</dc:language>
  <cp:lastModifiedBy>Dark Slide</cp:lastModifiedBy>
  <dcterms:modified xsi:type="dcterms:W3CDTF">2026-09-17T00:55:06Z</dcterms:modified>
  <cp:revision>0</cp:revision>
  <dc:subject/>
  <dc:title>Foreign Producer Fixture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</vt:r8>
  </property>
</Properties>
</file>